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6" r:id="rId29"/>
    <p:sldId id="287" r:id="rId30"/>
    <p:sldId id="288" r:id="rId31"/>
    <p:sldId id="283" r:id="rId32"/>
    <p:sldId id="284" r:id="rId33"/>
    <p:sldId id="285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04D52-59B7-C087-2F9C-E3054175B5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2CE872-262B-5D73-AF3E-77302D22F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C7D5D-67A2-C88C-22A5-77FD74B41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07E0-6926-46F9-A59D-7F39D984357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E5B07-B11B-6754-79F2-4E01C17A9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99204-B493-693C-3257-47B0025B6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58E1-F03E-4610-A1F5-14439A3E4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431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15545D-84F4-999F-8310-5449EDFC35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A2DF0-4843-13C9-97DA-C3AA9A8D1A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C0E35-7E20-00EC-F889-6753F8966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07E0-6926-46F9-A59D-7F39D984357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373CAF-B58B-5794-88CF-3AB3EBFB1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4C9330-2DE9-2151-7450-F8AB5F390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58E1-F03E-4610-A1F5-14439A3E4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29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42F3E-ADD7-A909-541E-C444F488D7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E95FC3-CE52-E956-A054-0A393D8A2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B194E-9067-B84B-0C6D-DEB2AF21B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07E0-6926-46F9-A59D-7F39D984357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40A43-F4FD-FF76-AFC4-CC35F7FC3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ABAB5-9840-8A5E-A465-4445DAD49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58E1-F03E-4610-A1F5-14439A3E4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0936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91FA3-CD0B-0A0C-07C4-C2144E73F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F5CE3F-997A-A040-7906-F0B63A0DE4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46E433-BEF6-8FC4-D35A-8C80D43B61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9CE11C-7C2E-48A3-ED11-E6B9118CF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07E0-6926-46F9-A59D-7F39D984357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61B05A-786C-D125-7851-7A4B67FDC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40408-4282-B586-B1D7-F4B667C308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58E1-F03E-4610-A1F5-14439A3E4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659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92F31-D764-D524-8135-E32BEE218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24587-1A7B-3305-A2E2-DD644EB60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36CE8-5D0A-E25E-481F-3C843BD4AA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032B09-130D-AA87-F439-C526D2F51D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E73D1D1-85CA-EBB8-A3CB-A7061F00AB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7BF8B9-7120-596D-0118-4E41DE289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07E0-6926-46F9-A59D-7F39D984357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7D62B2-171B-F2A8-C175-F483C64EF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D8B195-1A4F-E549-385A-83B80C521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58E1-F03E-4610-A1F5-14439A3E4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6835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D1DB4-078E-F92C-02EB-0EA5CB7E7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B6DD54-33B2-E5C2-9D35-4A77C0A01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07E0-6926-46F9-A59D-7F39D984357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71DE3D-113B-6101-9EA3-8076A9F6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284CC3-8D0C-EEF0-6CB3-76B0BC6B5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58E1-F03E-4610-A1F5-14439A3E4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643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E2D170-7E48-ECEC-B104-62DDF229A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07E0-6926-46F9-A59D-7F39D984357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DE00B29-2D42-48BE-9EAE-52401E767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BCF9A7-8748-38B8-8A7E-3137832A3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58E1-F03E-4610-A1F5-14439A3E4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70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6DB80-4BC4-A729-15D7-50B79907E5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393D6-3A18-CEB6-45DD-CDBEC77D3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B33C47-3F20-A892-00D4-FD4657653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4D6ECA-1F47-16DE-8A46-E7781A4EC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07E0-6926-46F9-A59D-7F39D984357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C2EB48-EC45-E7B3-B868-BB1E026E8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FEA757-1A84-A7E8-AF95-FD78D7E27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58E1-F03E-4610-A1F5-14439A3E4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264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757FC-A75D-B674-CC02-5A9CA572D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66B511-87A0-3B73-D401-4DD7F18A01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8A883B-B0F3-5B65-FA52-331D6DE90D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044F84-FE2C-C616-A7CF-F6F8751AA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07E0-6926-46F9-A59D-7F39D984357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951471-3CD5-D0C4-3B17-A4960F8E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AE6F66-4B89-3FDE-6515-22BCEB83F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58E1-F03E-4610-A1F5-14439A3E4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890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F6F84-C91C-F86A-5E3D-AD804AA6F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325391C-9AF1-ACCD-38BB-29A564E65D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936911-E9A3-5C84-90E3-88F83DF7C2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07E0-6926-46F9-A59D-7F39D984357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5150C-A976-3141-9E1A-8675738E7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5AC81-C121-7173-CBE6-49F4DE399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58E1-F03E-4610-A1F5-14439A3E4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3769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FB85EA-7E12-8F97-128D-95DC5FE81D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561574-EF11-8C3B-C8BF-F9F2EF352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E14B7C-2451-DE81-089D-26E4CB080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507E0-6926-46F9-A59D-7F39D984357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BE01BA-E1DC-8AFB-4C7F-C053455C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C5AF6-08C8-ECE4-E108-B02FBF70B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9758E1-F03E-4610-A1F5-14439A3E4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4804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4F4BE6-848D-3E1A-D12E-FE61FB3AE3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E99BC3-01D5-63BE-8EF5-42A39D76A3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949A7-027B-3FE4-D40E-42F5B818CB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8507E0-6926-46F9-A59D-7F39D984357B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074F8E-2F7B-5067-DBAA-508C99FD49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04A114-ADF5-A602-92FE-F85A6DB7B2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9758E1-F03E-4610-A1F5-14439A3E47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9827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88DDDDB-1034-CC04-5E74-554BD10E2B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74" y="0"/>
            <a:ext cx="121598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7125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E9E7D-1574-20C5-6188-7F538043B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77969E-04B3-15A1-7A63-A2A2E7258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277"/>
            <a:ext cx="12192000" cy="6833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4832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1E179-FCFB-D491-8B52-D097E7096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D81CED-BC1F-C580-954D-971F358A3D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4" y="9144"/>
            <a:ext cx="121719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6754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D914C-418F-FDBB-11D7-4D0F72446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7EF3FA-718E-1C9C-62CA-098D65A50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952"/>
            <a:ext cx="12192000" cy="6814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915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177AE-7CF0-0CB1-B579-30266CE13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F1F9FD9-6260-913B-66B4-BBDB35773E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1" y="9144"/>
            <a:ext cx="1216089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990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56B46-D7ED-6434-DD45-EB45F5E7C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C762E1-1BA7-CC64-991F-2351BBE481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32" y="0"/>
            <a:ext cx="1201893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4912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1EBAC-B38F-27EC-BF49-46B22C9E5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43C2BA-A73B-46A5-1190-0DAD5EBF84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466"/>
            <a:ext cx="12192000" cy="677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708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5696C-97F3-3620-517A-BD56264C0B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3ED558-FBD2-FFB9-8EC5-02D04C7FC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64" y="0"/>
            <a:ext cx="121676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4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2D31C8-7751-5754-6189-8C8DAA9D6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F3752F-7F7F-8566-6598-9E808E1AB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232"/>
            <a:ext cx="12192000" cy="681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398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F42E68-2107-9B87-F77F-96C02E190E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C5AEA0-772D-97F8-66D8-E0C409C656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580"/>
            <a:ext cx="12192000" cy="6802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9699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0BD349-1D5E-20EC-8EA4-7BB02C30A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3B5E4B-E94A-E800-0CC2-E4870806C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758"/>
            <a:ext cx="12192000" cy="6644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9366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93880-0002-5979-ED29-DB30FC01D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E65FAA-7CDF-B8A9-7357-3F3D79115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484"/>
            <a:ext cx="12192000" cy="669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862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275CB-631A-01B5-9BFD-6EEE9194E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1CEF81-2D67-31DA-B1E0-2EF1D9E01E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169"/>
            <a:ext cx="12192000" cy="6533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960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451E11-9FD2-E527-FA74-DBA215AF5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D99F25-4C1C-575F-AE9A-F73E82164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328"/>
            <a:ext cx="12192000" cy="6637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324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E0CC7-0870-B46A-6301-27D980604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0C1E3D-AB34-6D11-9C9C-F174D2F0A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31" y="0"/>
            <a:ext cx="1195273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078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5AA12-6F76-BD6C-18FF-E9736050C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135CC-0A99-F114-C7F4-567E3E4CD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1324"/>
            <a:ext cx="12192000" cy="653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5146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FA7DE-13A5-D289-CD62-5A7990658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C8D22F-9305-EB59-1A64-EC7E6CEE3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216"/>
            <a:ext cx="12192000" cy="677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7869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8B437-B539-0159-3DF1-0C29F4E2D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ABB4EA-BD34-8E87-B811-976F345376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743"/>
            <a:ext cx="12192000" cy="6594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9079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0942B-6CD4-3ACC-7DB1-C228EEB25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FD8241-2273-9325-1CA3-294DE9A6DA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4670"/>
            <a:ext cx="12192000" cy="6628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41294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0EADE-C920-2DFD-CA87-219D31668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36FC1C-3359-FDC5-6C9A-95AD98D282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287"/>
            <a:ext cx="12192000" cy="668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4210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468A49-6D1D-B504-183A-1C52020A7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85B81B-C2DD-2255-E041-28DDB5DFD8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8177"/>
            <a:ext cx="12192000" cy="6741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773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180FE-04F6-D132-2899-69BCDA2B0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61C1C6-531A-58F4-E1F4-2E666F6C8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1" y="0"/>
            <a:ext cx="121623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3637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F9411-723D-F466-34A6-116438CFF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761F6F0-1583-8968-94F0-1550C7470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7465"/>
            <a:ext cx="12192000" cy="6663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1219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F8B5E-53BD-91D3-2D14-3530D0C60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C4870F9-F6A9-EF62-04D6-0E46627348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372"/>
            <a:ext cx="12192000" cy="6667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20061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94C621-99AC-0171-B6A1-5422B63EB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E672BB-DCFB-4D14-681D-AB3EEB7D3C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575"/>
            <a:ext cx="12192000" cy="6640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92333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02DFF-C878-8918-6E60-C2719E009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E67C53-C56A-77EF-6DE3-9D2457F99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4268"/>
            <a:ext cx="12192000" cy="6669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8700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2FF9B-2EBB-588E-9ACA-D94B992CC2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4DAAAC-B82E-3969-D3BD-B0A400ACB6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490"/>
            <a:ext cx="12192000" cy="6691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5044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69CDE-F679-8C5D-B23F-0257B1B62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F43764-430E-AC68-D3FC-13B5F9166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428"/>
            <a:ext cx="12192000" cy="6615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88820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300EF-8CC7-80FB-400D-59FAE534E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86701C-0B22-0D0F-AEB0-D51A4198A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21"/>
            <a:ext cx="12192000" cy="6568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7121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023B9D-EBD0-FA10-5B5C-C1B63AD45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B48483-F149-E96A-100E-1211EED65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284"/>
            <a:ext cx="12192000" cy="6631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6048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5E58DD-5ADA-241D-A114-0FCBA0690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D4E07E8-AC1F-C8B9-AD6D-A2B8E42A9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151"/>
            <a:ext cx="12192000" cy="6521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0837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68B75-461C-5EEF-6127-4A5CC3A54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8FE56C-7A8B-C0C4-B75C-CDF60F9B8D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748"/>
            <a:ext cx="12192000" cy="6522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5050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85227-19D2-2F82-1EA5-E2E5488BC5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6E0FF7-CCA5-2346-C29A-9AE7FFD2E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4078"/>
            <a:ext cx="12192000" cy="6489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52797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107C457-EE0E-3183-D586-37CD93D323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8129"/>
            <a:ext cx="12192000" cy="662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81400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A3427A-AB00-0CCC-611E-FA1C149C5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4DFF85-0E04-B6DC-0492-E606AF50F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008"/>
            <a:ext cx="12192000" cy="6693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50680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52F56F-5845-73E5-7DB4-A9A1B0C74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7E95F1-BC2B-4634-8BEE-5932832B0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2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870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0</Words>
  <Application>Microsoft Office PowerPoint</Application>
  <PresentationFormat>Widescreen</PresentationFormat>
  <Paragraphs>0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Prasad Kankhar</dc:creator>
  <cp:lastModifiedBy>Prasad Kankhar</cp:lastModifiedBy>
  <cp:revision>1</cp:revision>
  <dcterms:created xsi:type="dcterms:W3CDTF">2026-09-07T19:05:42Z</dcterms:created>
  <dcterms:modified xsi:type="dcterms:W3CDTF">2026-09-07T19:31:55Z</dcterms:modified>
</cp:coreProperties>
</file>